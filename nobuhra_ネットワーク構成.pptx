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67378-1185-4984-B4C0-2CEC4E7E7CB1}" v="15" dt="2021-12-01T08:25:23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buhara, Kunihei (SCK)" userId="223dbc64-3002-47b5-94a2-379813c17063" providerId="ADAL" clId="{9D867378-1185-4984-B4C0-2CEC4E7E7CB1}"/>
    <pc:docChg chg="undo custSel modSld">
      <pc:chgData name="Nobuhara, Kunihei (SCK)" userId="223dbc64-3002-47b5-94a2-379813c17063" providerId="ADAL" clId="{9D867378-1185-4984-B4C0-2CEC4E7E7CB1}" dt="2021-12-01T08:27:03.063" v="61" actId="20577"/>
      <pc:docMkLst>
        <pc:docMk/>
      </pc:docMkLst>
      <pc:sldChg chg="addSp delSp modSp mod">
        <pc:chgData name="Nobuhara, Kunihei (SCK)" userId="223dbc64-3002-47b5-94a2-379813c17063" providerId="ADAL" clId="{9D867378-1185-4984-B4C0-2CEC4E7E7CB1}" dt="2021-12-01T08:27:03.063" v="61" actId="20577"/>
        <pc:sldMkLst>
          <pc:docMk/>
          <pc:sldMk cId="3523337323" sldId="256"/>
        </pc:sldMkLst>
        <pc:spChg chg="mod">
          <ac:chgData name="Nobuhara, Kunihei (SCK)" userId="223dbc64-3002-47b5-94a2-379813c17063" providerId="ADAL" clId="{9D867378-1185-4984-B4C0-2CEC4E7E7CB1}" dt="2021-12-01T08:26:47.833" v="55" actId="20577"/>
          <ac:spMkLst>
            <pc:docMk/>
            <pc:sldMk cId="3523337323" sldId="256"/>
            <ac:spMk id="4" creationId="{4295C3B8-6482-404E-99F4-35A8E055AA70}"/>
          </ac:spMkLst>
        </pc:spChg>
        <pc:spChg chg="mod">
          <ac:chgData name="Nobuhara, Kunihei (SCK)" userId="223dbc64-3002-47b5-94a2-379813c17063" providerId="ADAL" clId="{9D867378-1185-4984-B4C0-2CEC4E7E7CB1}" dt="2021-12-01T08:23:55.264" v="21" actId="14100"/>
          <ac:spMkLst>
            <pc:docMk/>
            <pc:sldMk cId="3523337323" sldId="256"/>
            <ac:spMk id="8" creationId="{7A1E5D32-03B1-4D55-A50A-54CB474E70E7}"/>
          </ac:spMkLst>
        </pc:spChg>
        <pc:spChg chg="del mod">
          <ac:chgData name="Nobuhara, Kunihei (SCK)" userId="223dbc64-3002-47b5-94a2-379813c17063" providerId="ADAL" clId="{9D867378-1185-4984-B4C0-2CEC4E7E7CB1}" dt="2021-12-01T08:23:44.588" v="19" actId="478"/>
          <ac:spMkLst>
            <pc:docMk/>
            <pc:sldMk cId="3523337323" sldId="256"/>
            <ac:spMk id="9" creationId="{085D0DAF-8229-496D-BDAD-A9D5C946C980}"/>
          </ac:spMkLst>
        </pc:spChg>
        <pc:spChg chg="mod">
          <ac:chgData name="Nobuhara, Kunihei (SCK)" userId="223dbc64-3002-47b5-94a2-379813c17063" providerId="ADAL" clId="{9D867378-1185-4984-B4C0-2CEC4E7E7CB1}" dt="2021-12-01T08:25:32.569" v="40" actId="14100"/>
          <ac:spMkLst>
            <pc:docMk/>
            <pc:sldMk cId="3523337323" sldId="256"/>
            <ac:spMk id="10" creationId="{0FE6B552-3063-4AA7-857A-DDA653017754}"/>
          </ac:spMkLst>
        </pc:spChg>
        <pc:spChg chg="mod">
          <ac:chgData name="Nobuhara, Kunihei (SCK)" userId="223dbc64-3002-47b5-94a2-379813c17063" providerId="ADAL" clId="{9D867378-1185-4984-B4C0-2CEC4E7E7CB1}" dt="2021-12-01T08:25:29.339" v="39" actId="14100"/>
          <ac:spMkLst>
            <pc:docMk/>
            <pc:sldMk cId="3523337323" sldId="256"/>
            <ac:spMk id="11" creationId="{D3710B63-20A0-4DFF-B07F-A55930E924F1}"/>
          </ac:spMkLst>
        </pc:spChg>
        <pc:spChg chg="mod">
          <ac:chgData name="Nobuhara, Kunihei (SCK)" userId="223dbc64-3002-47b5-94a2-379813c17063" providerId="ADAL" clId="{9D867378-1185-4984-B4C0-2CEC4E7E7CB1}" dt="2021-12-01T08:23:14.846" v="15" actId="14100"/>
          <ac:spMkLst>
            <pc:docMk/>
            <pc:sldMk cId="3523337323" sldId="256"/>
            <ac:spMk id="14" creationId="{C5F97327-AD16-4CCB-9D4D-9539C0A61124}"/>
          </ac:spMkLst>
        </pc:spChg>
        <pc:spChg chg="mod">
          <ac:chgData name="Nobuhara, Kunihei (SCK)" userId="223dbc64-3002-47b5-94a2-379813c17063" providerId="ADAL" clId="{9D867378-1185-4984-B4C0-2CEC4E7E7CB1}" dt="2021-12-01T08:26:58.848" v="58" actId="20577"/>
          <ac:spMkLst>
            <pc:docMk/>
            <pc:sldMk cId="3523337323" sldId="256"/>
            <ac:spMk id="16" creationId="{DD71A436-7CFE-4AAB-9C07-FBAD9AE23C01}"/>
          </ac:spMkLst>
        </pc:spChg>
        <pc:spChg chg="mod">
          <ac:chgData name="Nobuhara, Kunihei (SCK)" userId="223dbc64-3002-47b5-94a2-379813c17063" providerId="ADAL" clId="{9D867378-1185-4984-B4C0-2CEC4E7E7CB1}" dt="2021-12-01T08:27:03.063" v="61" actId="20577"/>
          <ac:spMkLst>
            <pc:docMk/>
            <pc:sldMk cId="3523337323" sldId="256"/>
            <ac:spMk id="17" creationId="{A1AD1E05-5697-4636-AD1C-F804C0A00E7E}"/>
          </ac:spMkLst>
        </pc:spChg>
        <pc:spChg chg="del">
          <ac:chgData name="Nobuhara, Kunihei (SCK)" userId="223dbc64-3002-47b5-94a2-379813c17063" providerId="ADAL" clId="{9D867378-1185-4984-B4C0-2CEC4E7E7CB1}" dt="2021-12-01T08:24:24.837" v="22" actId="478"/>
          <ac:spMkLst>
            <pc:docMk/>
            <pc:sldMk cId="3523337323" sldId="256"/>
            <ac:spMk id="23" creationId="{4074786B-5204-497A-8EC6-7C50C88BC1EC}"/>
          </ac:spMkLst>
        </pc:spChg>
        <pc:spChg chg="mod">
          <ac:chgData name="Nobuhara, Kunihei (SCK)" userId="223dbc64-3002-47b5-94a2-379813c17063" providerId="ADAL" clId="{9D867378-1185-4984-B4C0-2CEC4E7E7CB1}" dt="2021-12-01T08:25:23.507" v="38" actId="1076"/>
          <ac:spMkLst>
            <pc:docMk/>
            <pc:sldMk cId="3523337323" sldId="256"/>
            <ac:spMk id="25" creationId="{8F4D03D2-03C5-48D3-ABA5-BBA46444155F}"/>
          </ac:spMkLst>
        </pc:spChg>
        <pc:spChg chg="mod">
          <ac:chgData name="Nobuhara, Kunihei (SCK)" userId="223dbc64-3002-47b5-94a2-379813c17063" providerId="ADAL" clId="{9D867378-1185-4984-B4C0-2CEC4E7E7CB1}" dt="2021-12-01T08:22:55.920" v="12" actId="1076"/>
          <ac:spMkLst>
            <pc:docMk/>
            <pc:sldMk cId="3523337323" sldId="256"/>
            <ac:spMk id="26" creationId="{8B156ADA-131D-4161-9A4E-52788D50349E}"/>
          </ac:spMkLst>
        </pc:spChg>
        <pc:spChg chg="mod">
          <ac:chgData name="Nobuhara, Kunihei (SCK)" userId="223dbc64-3002-47b5-94a2-379813c17063" providerId="ADAL" clId="{9D867378-1185-4984-B4C0-2CEC4E7E7CB1}" dt="2021-12-01T08:21:31.416" v="1" actId="20577"/>
          <ac:spMkLst>
            <pc:docMk/>
            <pc:sldMk cId="3523337323" sldId="256"/>
            <ac:spMk id="27" creationId="{AC9E2F28-671B-423C-829F-228CF5744F91}"/>
          </ac:spMkLst>
        </pc:spChg>
        <pc:spChg chg="add mod">
          <ac:chgData name="Nobuhara, Kunihei (SCK)" userId="223dbc64-3002-47b5-94a2-379813c17063" providerId="ADAL" clId="{9D867378-1185-4984-B4C0-2CEC4E7E7CB1}" dt="2021-12-01T08:23:24.023" v="17" actId="14100"/>
          <ac:spMkLst>
            <pc:docMk/>
            <pc:sldMk cId="3523337323" sldId="256"/>
            <ac:spMk id="32" creationId="{FB096756-7D20-4ECD-9433-C65DBE27DC15}"/>
          </ac:spMkLst>
        </pc:spChg>
        <pc:spChg chg="mod">
          <ac:chgData name="Nobuhara, Kunihei (SCK)" userId="223dbc64-3002-47b5-94a2-379813c17063" providerId="ADAL" clId="{9D867378-1185-4984-B4C0-2CEC4E7E7CB1}" dt="2021-12-01T08:22:55.920" v="12" actId="1076"/>
          <ac:spMkLst>
            <pc:docMk/>
            <pc:sldMk cId="3523337323" sldId="256"/>
            <ac:spMk id="55" creationId="{0652558F-18D7-46DE-B3E5-BBF02356E20E}"/>
          </ac:spMkLst>
        </pc:spChg>
        <pc:spChg chg="mod">
          <ac:chgData name="Nobuhara, Kunihei (SCK)" userId="223dbc64-3002-47b5-94a2-379813c17063" providerId="ADAL" clId="{9D867378-1185-4984-B4C0-2CEC4E7E7CB1}" dt="2021-12-01T08:24:34.809" v="25" actId="1076"/>
          <ac:spMkLst>
            <pc:docMk/>
            <pc:sldMk cId="3523337323" sldId="256"/>
            <ac:spMk id="58" creationId="{8499D2FF-6F72-4F3A-8693-274B735C1F12}"/>
          </ac:spMkLst>
        </pc:spChg>
        <pc:picChg chg="mod">
          <ac:chgData name="Nobuhara, Kunihei (SCK)" userId="223dbc64-3002-47b5-94a2-379813c17063" providerId="ADAL" clId="{9D867378-1185-4984-B4C0-2CEC4E7E7CB1}" dt="2021-12-01T08:22:55.920" v="12" actId="1076"/>
          <ac:picMkLst>
            <pc:docMk/>
            <pc:sldMk cId="3523337323" sldId="256"/>
            <ac:picMk id="12" creationId="{66CE35C2-3FFB-43A6-B0E0-1809C707DA04}"/>
          </ac:picMkLst>
        </pc:picChg>
        <pc:picChg chg="mod">
          <ac:chgData name="Nobuhara, Kunihei (SCK)" userId="223dbc64-3002-47b5-94a2-379813c17063" providerId="ADAL" clId="{9D867378-1185-4984-B4C0-2CEC4E7E7CB1}" dt="2021-12-01T08:22:55.920" v="12" actId="1076"/>
          <ac:picMkLst>
            <pc:docMk/>
            <pc:sldMk cId="3523337323" sldId="256"/>
            <ac:picMk id="13" creationId="{B795641F-4738-4043-9E66-2EE9B9839561}"/>
          </ac:picMkLst>
        </pc:picChg>
        <pc:picChg chg="mod">
          <ac:chgData name="Nobuhara, Kunihei (SCK)" userId="223dbc64-3002-47b5-94a2-379813c17063" providerId="ADAL" clId="{9D867378-1185-4984-B4C0-2CEC4E7E7CB1}" dt="2021-12-01T08:22:55.920" v="12" actId="1076"/>
          <ac:picMkLst>
            <pc:docMk/>
            <pc:sldMk cId="3523337323" sldId="256"/>
            <ac:picMk id="15" creationId="{D7DA1D9B-96F1-4AA6-B1C2-FB68274BE38F}"/>
          </ac:picMkLst>
        </pc:picChg>
        <pc:picChg chg="del">
          <ac:chgData name="Nobuhara, Kunihei (SCK)" userId="223dbc64-3002-47b5-94a2-379813c17063" providerId="ADAL" clId="{9D867378-1185-4984-B4C0-2CEC4E7E7CB1}" dt="2021-12-01T08:24:25.738" v="23" actId="478"/>
          <ac:picMkLst>
            <pc:docMk/>
            <pc:sldMk cId="3523337323" sldId="256"/>
            <ac:picMk id="24" creationId="{911992D9-4563-4866-B6AF-EB951A172E3D}"/>
          </ac:picMkLst>
        </pc:picChg>
        <pc:picChg chg="mod">
          <ac:chgData name="Nobuhara, Kunihei (SCK)" userId="223dbc64-3002-47b5-94a2-379813c17063" providerId="ADAL" clId="{9D867378-1185-4984-B4C0-2CEC4E7E7CB1}" dt="2021-12-01T08:22:55.920" v="12" actId="1076"/>
          <ac:picMkLst>
            <pc:docMk/>
            <pc:sldMk cId="3523337323" sldId="256"/>
            <ac:picMk id="56" creationId="{2674A563-3220-44B6-B5F0-F1E98B75D09C}"/>
          </ac:picMkLst>
        </pc:picChg>
        <pc:picChg chg="mod">
          <ac:chgData name="Nobuhara, Kunihei (SCK)" userId="223dbc64-3002-47b5-94a2-379813c17063" providerId="ADAL" clId="{9D867378-1185-4984-B4C0-2CEC4E7E7CB1}" dt="2021-12-01T08:24:45.812" v="33" actId="1036"/>
          <ac:picMkLst>
            <pc:docMk/>
            <pc:sldMk cId="3523337323" sldId="256"/>
            <ac:picMk id="57" creationId="{4AB77AEE-1513-43F9-9CBC-E6FBAF53482F}"/>
          </ac:picMkLst>
        </pc:picChg>
        <pc:cxnChg chg="mod">
          <ac:chgData name="Nobuhara, Kunihei (SCK)" userId="223dbc64-3002-47b5-94a2-379813c17063" providerId="ADAL" clId="{9D867378-1185-4984-B4C0-2CEC4E7E7CB1}" dt="2021-12-01T08:22:55.920" v="12" actId="1076"/>
          <ac:cxnSpMkLst>
            <pc:docMk/>
            <pc:sldMk cId="3523337323" sldId="256"/>
            <ac:cxnSpMk id="31" creationId="{E092DCDA-E8E3-4F30-B64D-E1997A2172E2}"/>
          </ac:cxnSpMkLst>
        </pc:cxnChg>
        <pc:cxnChg chg="add mod">
          <ac:chgData name="Nobuhara, Kunihei (SCK)" userId="223dbc64-3002-47b5-94a2-379813c17063" providerId="ADAL" clId="{9D867378-1185-4984-B4C0-2CEC4E7E7CB1}" dt="2021-12-01T08:25:29.339" v="39" actId="14100"/>
          <ac:cxnSpMkLst>
            <pc:docMk/>
            <pc:sldMk cId="3523337323" sldId="256"/>
            <ac:cxnSpMk id="35" creationId="{BAAE18EC-2037-4FD2-B54E-E94CD54F8AB7}"/>
          </ac:cxnSpMkLst>
        </pc:cxnChg>
        <pc:cxnChg chg="mod">
          <ac:chgData name="Nobuhara, Kunihei (SCK)" userId="223dbc64-3002-47b5-94a2-379813c17063" providerId="ADAL" clId="{9D867378-1185-4984-B4C0-2CEC4E7E7CB1}" dt="2021-12-01T08:24:45.812" v="33" actId="1036"/>
          <ac:cxnSpMkLst>
            <pc:docMk/>
            <pc:sldMk cId="3523337323" sldId="256"/>
            <ac:cxnSpMk id="45" creationId="{AB3B3299-54AC-42A9-A4D0-06C708D4DD5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65788A-5B70-462D-A8BA-0781C6B65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3A3E5C1-4574-45EA-AE1F-3984DC30F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59775-8E7B-4EBF-B2B0-BCAAC5E9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646584-DD13-4A69-9FB9-572AE205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8064D6-76A6-40B9-B64C-5B5E16C0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516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0AE975-0006-4497-AF36-2EA4F2CD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2E4799-625F-4CC8-BDA2-4E60B8DBF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6BCD26-F5C5-40D0-8257-5FB34ED4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872F56-C1B8-4A95-A992-F0619CCFC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CCC091-6A0C-4F1C-B099-31AD8AB95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092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7C3F24-12A3-47B2-B3AC-ADE02B025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371E48-BD4B-47F2-BD11-A55E3C289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394099-37A6-41D4-B0CE-AEA12F9F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64E153-E253-442C-BFA0-028EDD83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795C6B-CD04-4B4E-B0CB-68D1EFA1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5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C19B18-2532-476D-A991-720AFB01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E5535C-D2C8-4BEB-859C-8393AA702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BF0FE0-6BD1-4A4C-8B89-604E4205C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F33039-7C60-4631-82D1-B8FF86831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B95CEF-ED08-4100-B787-89FABF62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BF1404-39A2-48C1-B83A-6921A72C1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138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A05C46-77B4-4651-BC8F-733BFCEF0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CB018D-1DDD-4F9C-A80F-591F7E7E5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023278-17B8-4B30-AA04-8CFDBEC97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45CA641-0370-4B2D-9973-1DDCFB26D1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FCCF5BA-C1F3-40DA-97AA-06BC60FC8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F1F3801-94A2-47C3-A798-39D20906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5083E6D-DF76-4E1D-BDBA-FADA7633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5508D5E-D7D0-4BC3-BCCB-B4D88E39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522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022A30-7902-4907-AEA6-47E1FE7E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A02BBA6-1FC1-433A-9C51-8765BB1D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0B4FCF7-058A-42C6-82C1-D8EF18ABB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AF8917D-BD2F-4D98-BD80-91065670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30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A30C48-5F5F-474F-B036-E63DB900A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0E8B03-3FB4-42CF-BA77-77E8BB9E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FAD4921-ADAF-4D07-AF70-D4C33C82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48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D94455-9EFA-4E2F-90DC-4E2B5F07D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15F46B-2B54-4EE4-A540-9919D90CB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84B6CB-9B58-4835-AA68-9BA19B361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452D17-11F1-43D6-8CEB-344F3EAB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B491E2-F72C-43A5-BAF7-0623E2DD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A54B1E-5ABD-42CD-9D62-D809C39E0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06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D56391-AF7F-418F-8C0C-978A60A6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36ABB77-B38A-469D-9686-8774990C6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05797C-AD30-4FBA-8FB6-969AEA04C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C5844D-036C-453D-9235-47BFCB771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6E5795-CE48-4F3D-BEA4-5D0635305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A6995B-CC1B-4477-B173-8FC68CE6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2491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7D5104-2856-4CE0-9854-F27B75E12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D1B5FF-C581-47C9-AF43-1EBF7C011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31BB77-A87B-4244-AA3D-560DF5E6E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12B88C-2DB2-4A99-A8AB-79CFC6D63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692385-B26E-43C7-AB0A-0D93483C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760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E5D8732-5713-4439-A0F4-C95354557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B37159-415E-4BD8-9744-B69218C87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FC50B5-15A4-48B3-8832-8A50CFA10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6E10C6-A697-48BF-80BF-413D5CB88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8631C6-6180-4EAE-A0C4-925E425E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1331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5D24954-F87B-47BE-B07A-A1A6FF3D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4C8308-BDE3-4558-B429-50DCB2592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0492CB-4E03-4204-A26A-B14336A68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78984-8C4B-40A8-B0FF-F35BB8548DFC}" type="datetimeFigureOut">
              <a:rPr kumimoji="1" lang="ja-JP" altLang="en-US" smtClean="0"/>
              <a:t>2021/12/1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83254D-F15A-4BF6-9D18-92AE6192F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883DE0-25E3-4A05-ABD8-9A1EBFF40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3AE61-85EB-4F1F-8106-F601DFB8D9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22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4295C3B8-6482-404E-99F4-35A8E055AA70}"/>
              </a:ext>
            </a:extLst>
          </p:cNvPr>
          <p:cNvSpPr/>
          <p:nvPr/>
        </p:nvSpPr>
        <p:spPr>
          <a:xfrm>
            <a:off x="1031875" y="966788"/>
            <a:ext cx="6134099" cy="43100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 Cloud</a:t>
            </a:r>
            <a:r>
              <a:rPr lang="ja-JP" alt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（アメリカオレゴン</a:t>
            </a:r>
            <a:r>
              <a:rPr lang="en-US" altLang="ja-JP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ja-JP" altLang="en-US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sz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phic 35">
            <a:extLst>
              <a:ext uri="{FF2B5EF4-FFF2-40B4-BE49-F238E27FC236}">
                <a16:creationId xmlns:a16="http://schemas.microsoft.com/office/drawing/2014/main" id="{BE9CBDEA-CB17-4E7F-BA84-4B06ADEF1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31875" y="966788"/>
            <a:ext cx="381000" cy="381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191DCA50-1A69-478A-9A56-DDC7E7CBAF0C}"/>
              </a:ext>
            </a:extLst>
          </p:cNvPr>
          <p:cNvSpPr/>
          <p:nvPr/>
        </p:nvSpPr>
        <p:spPr>
          <a:xfrm>
            <a:off x="1236662" y="1446215"/>
            <a:ext cx="4430713" cy="3725859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pic>
        <p:nvPicPr>
          <p:cNvPr id="7" name="Graphic 16">
            <a:extLst>
              <a:ext uri="{FF2B5EF4-FFF2-40B4-BE49-F238E27FC236}">
                <a16:creationId xmlns:a16="http://schemas.microsoft.com/office/drawing/2014/main" id="{A9BC719B-4708-4E9B-B744-A5E2366342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6663" y="1447804"/>
            <a:ext cx="381000" cy="381000"/>
          </a:xfrm>
          <a:prstGeom prst="rect">
            <a:avLst/>
          </a:prstGeom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7A1E5D32-03B1-4D55-A50A-54CB474E70E7}"/>
              </a:ext>
            </a:extLst>
          </p:cNvPr>
          <p:cNvSpPr/>
          <p:nvPr/>
        </p:nvSpPr>
        <p:spPr>
          <a:xfrm>
            <a:off x="246062" y="590550"/>
            <a:ext cx="7088187" cy="4924425"/>
          </a:xfrm>
          <a:prstGeom prst="rect">
            <a:avLst/>
          </a:prstGeom>
          <a:noFill/>
          <a:ln w="12700">
            <a:solidFill>
              <a:srgbClr val="5B9CD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ja-JP" alt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アメリカオレゴン</a:t>
            </a: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FE6B552-3063-4AA7-857A-DDA653017754}"/>
              </a:ext>
            </a:extLst>
          </p:cNvPr>
          <p:cNvSpPr/>
          <p:nvPr/>
        </p:nvSpPr>
        <p:spPr>
          <a:xfrm>
            <a:off x="2230157" y="3851757"/>
            <a:ext cx="2268964" cy="898521"/>
          </a:xfrm>
          <a:prstGeom prst="rect">
            <a:avLst/>
          </a:prstGeom>
          <a:solidFill>
            <a:srgbClr val="007CBC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</a:p>
        </p:txBody>
      </p:sp>
      <p:sp>
        <p:nvSpPr>
          <p:cNvPr id="11" name="Rectangle 32">
            <a:extLst>
              <a:ext uri="{FF2B5EF4-FFF2-40B4-BE49-F238E27FC236}">
                <a16:creationId xmlns:a16="http://schemas.microsoft.com/office/drawing/2014/main" id="{D3710B63-20A0-4DFF-B07F-A55930E924F1}"/>
              </a:ext>
            </a:extLst>
          </p:cNvPr>
          <p:cNvSpPr/>
          <p:nvPr/>
        </p:nvSpPr>
        <p:spPr>
          <a:xfrm>
            <a:off x="2230156" y="2528537"/>
            <a:ext cx="2268969" cy="902487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</a:p>
        </p:txBody>
      </p:sp>
      <p:pic>
        <p:nvPicPr>
          <p:cNvPr id="12" name="Graphic 19">
            <a:extLst>
              <a:ext uri="{FF2B5EF4-FFF2-40B4-BE49-F238E27FC236}">
                <a16:creationId xmlns:a16="http://schemas.microsoft.com/office/drawing/2014/main" id="{66CE35C2-3FFB-43A6-B0E0-1809C707DA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30792" y="2530126"/>
            <a:ext cx="381000" cy="381000"/>
          </a:xfrm>
          <a:prstGeom prst="rect">
            <a:avLst/>
          </a:prstGeom>
        </p:spPr>
      </p:pic>
      <p:pic>
        <p:nvPicPr>
          <p:cNvPr id="13" name="Graphic 21">
            <a:extLst>
              <a:ext uri="{FF2B5EF4-FFF2-40B4-BE49-F238E27FC236}">
                <a16:creationId xmlns:a16="http://schemas.microsoft.com/office/drawing/2014/main" id="{B795641F-4738-4043-9E66-2EE9B98395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34920" y="3853346"/>
            <a:ext cx="381000" cy="381000"/>
          </a:xfrm>
          <a:prstGeom prst="rect">
            <a:avLst/>
          </a:prstGeom>
        </p:spPr>
      </p:pic>
      <p:sp>
        <p:nvSpPr>
          <p:cNvPr id="14" name="Rectangle 31">
            <a:extLst>
              <a:ext uri="{FF2B5EF4-FFF2-40B4-BE49-F238E27FC236}">
                <a16:creationId xmlns:a16="http://schemas.microsoft.com/office/drawing/2014/main" id="{C5F97327-AD16-4CCB-9D4D-9539C0A61124}"/>
              </a:ext>
            </a:extLst>
          </p:cNvPr>
          <p:cNvSpPr/>
          <p:nvPr/>
        </p:nvSpPr>
        <p:spPr>
          <a:xfrm>
            <a:off x="1748987" y="1968529"/>
            <a:ext cx="2888102" cy="2831307"/>
          </a:xfrm>
          <a:prstGeom prst="rect">
            <a:avLst/>
          </a:prstGeom>
          <a:noFill/>
          <a:ln w="12700">
            <a:solidFill>
              <a:srgbClr val="D8661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n w="0"/>
                <a:solidFill>
                  <a:srgbClr val="D8661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EC2 instance contents</a:t>
            </a:r>
          </a:p>
        </p:txBody>
      </p:sp>
      <p:pic>
        <p:nvPicPr>
          <p:cNvPr id="15" name="Graphic 39">
            <a:extLst>
              <a:ext uri="{FF2B5EF4-FFF2-40B4-BE49-F238E27FC236}">
                <a16:creationId xmlns:a16="http://schemas.microsoft.com/office/drawing/2014/main" id="{D7DA1D9B-96F1-4AA6-B1C2-FB68274BE3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48987" y="1968529"/>
            <a:ext cx="381000" cy="381000"/>
          </a:xfrm>
          <a:prstGeom prst="rect">
            <a:avLst/>
          </a:prstGeom>
        </p:spPr>
      </p:pic>
      <p:sp>
        <p:nvSpPr>
          <p:cNvPr id="16" name="Rectangle 30">
            <a:extLst>
              <a:ext uri="{FF2B5EF4-FFF2-40B4-BE49-F238E27FC236}">
                <a16:creationId xmlns:a16="http://schemas.microsoft.com/office/drawing/2014/main" id="{DD71A436-7CFE-4AAB-9C07-FBAD9AE23C01}"/>
              </a:ext>
            </a:extLst>
          </p:cNvPr>
          <p:cNvSpPr/>
          <p:nvPr/>
        </p:nvSpPr>
        <p:spPr>
          <a:xfrm>
            <a:off x="2230158" y="2256267"/>
            <a:ext cx="2273140" cy="1176740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  <a:r>
              <a:rPr lang="ja-JP" alt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①</a:t>
            </a:r>
            <a:endParaRPr lang="en-US" sz="1200" dirty="0">
              <a:solidFill>
                <a:srgbClr val="DF331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A1AD1E05-5697-4636-AD1C-F804C0A00E7E}"/>
              </a:ext>
            </a:extLst>
          </p:cNvPr>
          <p:cNvSpPr/>
          <p:nvPr/>
        </p:nvSpPr>
        <p:spPr>
          <a:xfrm>
            <a:off x="2220632" y="3578469"/>
            <a:ext cx="2282666" cy="1176740"/>
          </a:xfrm>
          <a:prstGeom prst="rect">
            <a:avLst/>
          </a:prstGeom>
          <a:noFill/>
          <a:ln w="12700">
            <a:solidFill>
              <a:srgbClr val="DF33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anchorCtr="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group</a:t>
            </a:r>
            <a:r>
              <a:rPr lang="ja-JP" altLang="en-US" sz="1200" dirty="0">
                <a:solidFill>
                  <a:srgbClr val="DF33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②</a:t>
            </a:r>
            <a:endParaRPr lang="en-US" sz="1200" dirty="0">
              <a:solidFill>
                <a:srgbClr val="DF331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8F4D03D2-03C5-48D3-ABA5-BBA464441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044" y="3215724"/>
            <a:ext cx="2006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10.0.10.0/24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8B156ADA-131D-4161-9A4E-52788D503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8044" y="4528179"/>
            <a:ext cx="2006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10.0.20.0/24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AC9E2F28-671B-423C-829F-228CF5744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5612" y="4909750"/>
            <a:ext cx="20066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10.0.0.0/16</a:t>
            </a:r>
          </a:p>
        </p:txBody>
      </p:sp>
      <p:cxnSp>
        <p:nvCxnSpPr>
          <p:cNvPr id="31" name="Straight Arrow Connector 13">
            <a:extLst>
              <a:ext uri="{FF2B5EF4-FFF2-40B4-BE49-F238E27FC236}">
                <a16:creationId xmlns:a16="http://schemas.microsoft.com/office/drawing/2014/main" id="{E092DCDA-E8E3-4F30-B64D-E1997A2172E2}"/>
              </a:ext>
            </a:extLst>
          </p:cNvPr>
          <p:cNvCxnSpPr>
            <a:cxnSpLocks/>
          </p:cNvCxnSpPr>
          <p:nvPr/>
        </p:nvCxnSpPr>
        <p:spPr>
          <a:xfrm>
            <a:off x="2701487" y="3338755"/>
            <a:ext cx="0" cy="375231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Graphic 12">
            <a:extLst>
              <a:ext uri="{FF2B5EF4-FFF2-40B4-BE49-F238E27FC236}">
                <a16:creationId xmlns:a16="http://schemas.microsoft.com/office/drawing/2014/main" id="{295B33A4-A5B6-4B6D-BAD0-B37D9AD33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874" y="2737063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TextBox 29">
            <a:extLst>
              <a:ext uri="{FF2B5EF4-FFF2-40B4-BE49-F238E27FC236}">
                <a16:creationId xmlns:a16="http://schemas.microsoft.com/office/drawing/2014/main" id="{432C1DE3-E9C7-4FC1-A8BB-B1D4096D6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49" y="3265701"/>
            <a:ext cx="10731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</a:p>
        </p:txBody>
      </p:sp>
      <p:cxnSp>
        <p:nvCxnSpPr>
          <p:cNvPr id="45" name="Straight Arrow Connector 13">
            <a:extLst>
              <a:ext uri="{FF2B5EF4-FFF2-40B4-BE49-F238E27FC236}">
                <a16:creationId xmlns:a16="http://schemas.microsoft.com/office/drawing/2014/main" id="{AB3B3299-54AC-42A9-A4D0-06C708D4DD57}"/>
              </a:ext>
            </a:extLst>
          </p:cNvPr>
          <p:cNvCxnSpPr>
            <a:cxnSpLocks/>
            <a:stCxn id="43" idx="1"/>
            <a:endCxn id="57" idx="3"/>
          </p:cNvCxnSpPr>
          <p:nvPr/>
        </p:nvCxnSpPr>
        <p:spPr>
          <a:xfrm flipH="1" flipV="1">
            <a:off x="6529730" y="2968758"/>
            <a:ext cx="1106144" cy="3255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Graphic 23">
            <a:extLst>
              <a:ext uri="{FF2B5EF4-FFF2-40B4-BE49-F238E27FC236}">
                <a16:creationId xmlns:a16="http://schemas.microsoft.com/office/drawing/2014/main" id="{28210B69-1A8E-4190-9342-FD3B547E1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 flipH="1">
            <a:off x="9661523" y="273091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TextBox 40">
            <a:extLst>
              <a:ext uri="{FF2B5EF4-FFF2-40B4-BE49-F238E27FC236}">
                <a16:creationId xmlns:a16="http://schemas.microsoft.com/office/drawing/2014/main" id="{6B1EAB84-8A43-4761-A56A-898017C7D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9898" y="3302415"/>
            <a:ext cx="107315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</a:t>
            </a:r>
          </a:p>
        </p:txBody>
      </p:sp>
      <p:cxnSp>
        <p:nvCxnSpPr>
          <p:cNvPr id="50" name="Straight Arrow Connector 13">
            <a:extLst>
              <a:ext uri="{FF2B5EF4-FFF2-40B4-BE49-F238E27FC236}">
                <a16:creationId xmlns:a16="http://schemas.microsoft.com/office/drawing/2014/main" id="{50A9D7E9-EAA6-4703-91F5-E25A17DA4103}"/>
              </a:ext>
            </a:extLst>
          </p:cNvPr>
          <p:cNvCxnSpPr>
            <a:cxnSpLocks/>
            <a:stCxn id="48" idx="3"/>
            <a:endCxn id="43" idx="3"/>
          </p:cNvCxnSpPr>
          <p:nvPr/>
        </p:nvCxnSpPr>
        <p:spPr>
          <a:xfrm flipH="1">
            <a:off x="8105774" y="2965865"/>
            <a:ext cx="1555749" cy="6148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8">
            <a:extLst>
              <a:ext uri="{FF2B5EF4-FFF2-40B4-BE49-F238E27FC236}">
                <a16:creationId xmlns:a16="http://schemas.microsoft.com/office/drawing/2014/main" id="{0652558F-18D7-46DE-B3E5-BBF02356E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160" y="4520405"/>
            <a:ext cx="149383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MySQL instance</a:t>
            </a:r>
          </a:p>
        </p:txBody>
      </p:sp>
      <p:pic>
        <p:nvPicPr>
          <p:cNvPr id="56" name="Graphic 53">
            <a:extLst>
              <a:ext uri="{FF2B5EF4-FFF2-40B4-BE49-F238E27FC236}">
                <a16:creationId xmlns:a16="http://schemas.microsoft.com/office/drawing/2014/main" id="{2674A563-3220-44B6-B5F0-F1E98B75D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915" y="411114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Graphic 21">
            <a:extLst>
              <a:ext uri="{FF2B5EF4-FFF2-40B4-BE49-F238E27FC236}">
                <a16:creationId xmlns:a16="http://schemas.microsoft.com/office/drawing/2014/main" id="{4AB77AEE-1513-43F9-9CBC-E6FBAF534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875" y="2731330"/>
            <a:ext cx="474855" cy="474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TextBox 12">
            <a:extLst>
              <a:ext uri="{FF2B5EF4-FFF2-40B4-BE49-F238E27FC236}">
                <a16:creationId xmlns:a16="http://schemas.microsoft.com/office/drawing/2014/main" id="{8499D2FF-6F72-4F3A-8693-274B735C1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00" y="3243566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Route 53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FB096756-7D20-4ECD-9433-C65DBE27DC15}"/>
              </a:ext>
            </a:extLst>
          </p:cNvPr>
          <p:cNvSpPr/>
          <p:nvPr/>
        </p:nvSpPr>
        <p:spPr bwMode="auto">
          <a:xfrm>
            <a:off x="1665999" y="1702186"/>
            <a:ext cx="3063601" cy="3298439"/>
          </a:xfrm>
          <a:prstGeom prst="rect">
            <a:avLst/>
          </a:prstGeom>
          <a:noFill/>
          <a:ln w="12700">
            <a:solidFill>
              <a:srgbClr val="5B9CD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5B9C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Availability Zone 1</a:t>
            </a:r>
          </a:p>
        </p:txBody>
      </p:sp>
      <p:cxnSp>
        <p:nvCxnSpPr>
          <p:cNvPr id="35" name="Straight Arrow Connector 13">
            <a:extLst>
              <a:ext uri="{FF2B5EF4-FFF2-40B4-BE49-F238E27FC236}">
                <a16:creationId xmlns:a16="http://schemas.microsoft.com/office/drawing/2014/main" id="{BAAE18EC-2037-4FD2-B54E-E94CD54F8AB7}"/>
              </a:ext>
            </a:extLst>
          </p:cNvPr>
          <p:cNvCxnSpPr>
            <a:cxnSpLocks/>
            <a:stCxn id="57" idx="1"/>
            <a:endCxn id="11" idx="3"/>
          </p:cNvCxnSpPr>
          <p:nvPr/>
        </p:nvCxnSpPr>
        <p:spPr>
          <a:xfrm flipH="1">
            <a:off x="4499125" y="2968758"/>
            <a:ext cx="1555750" cy="11023"/>
          </a:xfrm>
          <a:prstGeom prst="straightConnector1">
            <a:avLst/>
          </a:prstGeom>
          <a:ln w="12700">
            <a:solidFill>
              <a:srgbClr val="545B64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337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35</Words>
  <Application>Microsoft Office PowerPoint</Application>
  <PresentationFormat>ワイド画面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Nobuhara, Kunihei (SCK)</dc:creator>
  <cp:lastModifiedBy>Nobuhara, Kunihei (SCK)</cp:lastModifiedBy>
  <cp:revision>3</cp:revision>
  <dcterms:created xsi:type="dcterms:W3CDTF">2021-12-01T07:53:53Z</dcterms:created>
  <dcterms:modified xsi:type="dcterms:W3CDTF">2021-12-01T08:27:08Z</dcterms:modified>
</cp:coreProperties>
</file>